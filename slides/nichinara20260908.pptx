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確かめる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できたサイトを、みなさんと確認する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ゲームをどうしたい？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・ゲームの敵の名前を「小テスト」「宿題」にする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・ゲームにジャンプ台をもう1つ足す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出てきたものを見て、言い直す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一度で決まらない。それがふつう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「ゲームが動かない。直して」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私が動かして気づき、AIに修正を頼みました。確かめて直す。その中身を学ぶのが情報系の学科です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1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