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4360"/>
            <a:ext cx="2697480" cy="8821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2514600" cy="6992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</a:t>
            </a:r>
          </a:p>
        </p:txBody>
      </p:sp>
      <p:pic>
        <p:nvPicPr>
          <p:cNvPr id="10" name="Picture 9" descr="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10" name="Picture 9" descr="logo_cst_facu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548640"/>
            <a:ext cx="1737360" cy="438324"/>
          </a:xfrm>
          <a:prstGeom prst="rect">
            <a:avLst/>
          </a:prstGeom>
        </p:spPr>
      </p:pic>
      <p:pic>
        <p:nvPicPr>
          <p:cNvPr id="11" name="Picture 10" descr="campus_annot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eld1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eld2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eld3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10" name="nichinara_wor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081528" y="2615184"/>
            <a:ext cx="6035040" cy="3008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7900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6年前の作品です。当時はUnityの使い方を覚えるところから始めて、半年かかりました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公開する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本物のURLで公開して、QRで配る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ゲームの敵、何にする？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これは例です。今日みなさんから聞いた言葉で、この中身が決まります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06040"/>
            <a:ext cx="6675120" cy="3291840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621792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ゲームは、いまのままにしておいてください。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34640"/>
            <a:ext cx="374903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変えないでほしい所も、言う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触られたくない部分を先に守る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7860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2374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2374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52374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2374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2724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07238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07238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07238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07238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7588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2102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62102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62102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62102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22452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16966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16966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「公開したら、ゲームが動かない」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16966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16966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71830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7183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71830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71830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32180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26694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26694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526694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26694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78815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6" name="Oval 15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半年かかったことが、いまは数十分です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先輩たちの作品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Unityの使い方を覚えるところから始めて、半年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そのころは、文章を書くのが中心だった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2651760"/>
            <a:ext cx="3502152" cy="25146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同じくらいのものなら、いまはAIと話しながら数十分でできてしまいます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次の3年で何が起きるかは、誰にも分かりません。だから、いまのAIを自分で触ってみることです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10" name="Picture 9" descr="bug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公開してから見つかりました。確かめる仕組みを作れる人が要ります。それを学ぶのが情報系の学科です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1回目のみなさんへ　放課後でも、家でも開けます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10" name="Picture 9" descr="narashino-visit-1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https://yutakajssst.github.io/narashino-visit-1/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