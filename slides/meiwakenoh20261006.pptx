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8e67ce2a184796" /><Relationship Type="http://schemas.openxmlformats.org/officeDocument/2006/relationships/extended-properties" Target="/docProps/app.xml" Id="Ra0ea16b55ae74906" /><Relationship Type="http://schemas.openxmlformats.org/officeDocument/2006/relationships/officeDocument" Target="/ppt/presentation.xml" Id="R513d0bee3ada40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8ea6610be04a46"/>
  </p:sldMasterIdLst>
  <p:notesMasterIdLst>
    <p:notesMasterId xmlns:r="http://schemas.openxmlformats.org/officeDocument/2006/relationships" r:id="Rd9a9727f45a64244"/>
  </p:notesMasterIdLst>
  <p:sldIdLst>
    <p:sldId xmlns:r="http://schemas.openxmlformats.org/officeDocument/2006/relationships" id="256" r:id="Rd596700115794ab8"/>
    <p:sldId xmlns:r="http://schemas.openxmlformats.org/officeDocument/2006/relationships" id="257" r:id="R62926abef43c479c"/>
    <p:sldId xmlns:r="http://schemas.openxmlformats.org/officeDocument/2006/relationships" id="258" r:id="R310682fd2b574be7"/>
    <p:sldId xmlns:r="http://schemas.openxmlformats.org/officeDocument/2006/relationships" id="259" r:id="R06933d35ff414161"/>
    <p:sldId xmlns:r="http://schemas.openxmlformats.org/officeDocument/2006/relationships" id="260" r:id="R28228b84947444e0"/>
    <p:sldId xmlns:r="http://schemas.openxmlformats.org/officeDocument/2006/relationships" id="261" r:id="R40adea6c0f644c2f"/>
    <p:sldId xmlns:r="http://schemas.openxmlformats.org/officeDocument/2006/relationships" id="262" r:id="Rb34548b6ca994691"/>
    <p:sldId xmlns:r="http://schemas.openxmlformats.org/officeDocument/2006/relationships" id="263" r:id="R5661deaa96804fba"/>
    <p:sldId xmlns:r="http://schemas.openxmlformats.org/officeDocument/2006/relationships" id="264" r:id="R7d3d48ef4af24d44"/>
    <p:sldId xmlns:r="http://schemas.openxmlformats.org/officeDocument/2006/relationships" id="265" r:id="R5d685c7c6f294eb7"/>
    <p:sldId xmlns:r="http://schemas.openxmlformats.org/officeDocument/2006/relationships" id="266" r:id="R6a2c580ca2aa4152"/>
    <p:sldId xmlns:r="http://schemas.openxmlformats.org/officeDocument/2006/relationships" id="267" r:id="R921f06e1b34a4f9c"/>
    <p:sldId xmlns:r="http://schemas.openxmlformats.org/officeDocument/2006/relationships" id="268" r:id="R6b84b29b54a94db4"/>
    <p:sldId xmlns:r="http://schemas.openxmlformats.org/officeDocument/2006/relationships" id="269" r:id="R4ef63a4cdd0b4ff1"/>
    <p:sldId xmlns:r="http://schemas.openxmlformats.org/officeDocument/2006/relationships" id="270" r:id="R77502e86b4144b60"/>
    <p:sldId xmlns:r="http://schemas.openxmlformats.org/officeDocument/2006/relationships" id="271" r:id="Rc360487ed06744dd"/>
    <p:sldId xmlns:r="http://schemas.openxmlformats.org/officeDocument/2006/relationships" id="272" r:id="R66e61c3e34894628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66df38959448e1" /><Relationship Type="http://schemas.openxmlformats.org/officeDocument/2006/relationships/slideMaster" Target="/ppt/slideMasters/slideMaster1.xml" Id="Rad8ea6610be04a46" /><Relationship Type="http://schemas.openxmlformats.org/officeDocument/2006/relationships/notesMaster" Target="/ppt/notesMasters/notesMaster1.xml" Id="Rd9a9727f45a64244" /><Relationship Type="http://schemas.openxmlformats.org/officeDocument/2006/relationships/presProps" Target="/ppt/presProps.xml" Id="R94dcf481ea1d498b" /><Relationship Type="http://schemas.openxmlformats.org/officeDocument/2006/relationships/viewProps" Target="/ppt/viewProps.xml" Id="Raddfecc2e1dc4e8e" /><Relationship Type="http://schemas.openxmlformats.org/officeDocument/2006/relationships/tableStyles" Target="/ppt/tableStyles.xml" Id="Rd005491694084eba" /><Relationship Type="http://schemas.openxmlformats.org/officeDocument/2006/relationships/slide" Target="/ppt/slides/slide1.xml" Id="Rd596700115794ab8" /><Relationship Type="http://schemas.openxmlformats.org/officeDocument/2006/relationships/slide" Target="/ppt/slides/slide2.xml" Id="R62926abef43c479c" /><Relationship Type="http://schemas.openxmlformats.org/officeDocument/2006/relationships/slide" Target="/ppt/slides/slide3.xml" Id="R310682fd2b574be7" /><Relationship Type="http://schemas.openxmlformats.org/officeDocument/2006/relationships/slide" Target="/ppt/slides/slide4.xml" Id="R06933d35ff414161" /><Relationship Type="http://schemas.openxmlformats.org/officeDocument/2006/relationships/slide" Target="/ppt/slides/slide5.xml" Id="R28228b84947444e0" /><Relationship Type="http://schemas.openxmlformats.org/officeDocument/2006/relationships/slide" Target="/ppt/slides/slide6.xml" Id="R40adea6c0f644c2f" /><Relationship Type="http://schemas.openxmlformats.org/officeDocument/2006/relationships/slide" Target="/ppt/slides/slide7.xml" Id="Rb34548b6ca994691" /><Relationship Type="http://schemas.openxmlformats.org/officeDocument/2006/relationships/slide" Target="/ppt/slides/slide8.xml" Id="R5661deaa96804fba" /><Relationship Type="http://schemas.openxmlformats.org/officeDocument/2006/relationships/slide" Target="/ppt/slides/slide9.xml" Id="R7d3d48ef4af24d44" /><Relationship Type="http://schemas.openxmlformats.org/officeDocument/2006/relationships/slide" Target="/ppt/slides/slide10.xml" Id="R5d685c7c6f294eb7" /><Relationship Type="http://schemas.openxmlformats.org/officeDocument/2006/relationships/slide" Target="/ppt/slides/slide11.xml" Id="R6a2c580ca2aa4152" /><Relationship Type="http://schemas.openxmlformats.org/officeDocument/2006/relationships/slide" Target="/ppt/slides/slide12.xml" Id="R921f06e1b34a4f9c" /><Relationship Type="http://schemas.openxmlformats.org/officeDocument/2006/relationships/slide" Target="/ppt/slides/slide13.xml" Id="R6b84b29b54a94db4" /><Relationship Type="http://schemas.openxmlformats.org/officeDocument/2006/relationships/slide" Target="/ppt/slides/slide14.xml" Id="R4ef63a4cdd0b4ff1" /><Relationship Type="http://schemas.openxmlformats.org/officeDocument/2006/relationships/slide" Target="/ppt/slides/slide15.xml" Id="R77502e86b4144b60" /><Relationship Type="http://schemas.openxmlformats.org/officeDocument/2006/relationships/slide" Target="/ppt/slides/slide16.xml" Id="Rc360487ed06744dd" /><Relationship Type="http://schemas.openxmlformats.org/officeDocument/2006/relationships/slide" Target="/ppt/slides/slide17.xml" Id="R66e61c3e348946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164f7705a346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a4946c6d1c4965" /><Relationship Type="http://schemas.openxmlformats.org/officeDocument/2006/relationships/notesMaster" Target="/ppt/notesMasters/notesMaster1.xml" Id="R691b5c874e7e4c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5cdb1f158746ed" /><Relationship Type="http://schemas.openxmlformats.org/officeDocument/2006/relationships/notesMaster" Target="/ppt/notesMasters/notesMaster1.xml" Id="Rd6c4c4896bed4b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b8e5a61527402f" /><Relationship Type="http://schemas.openxmlformats.org/officeDocument/2006/relationships/notesMaster" Target="/ppt/notesMasters/notesMaster1.xml" Id="R02ffb17d86c14a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801e8b17cb44eb" /><Relationship Type="http://schemas.openxmlformats.org/officeDocument/2006/relationships/notesMaster" Target="/ppt/notesMasters/notesMaster1.xml" Id="R126669bc9c764e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41e76cc516436c" /><Relationship Type="http://schemas.openxmlformats.org/officeDocument/2006/relationships/notesMaster" Target="/ppt/notesMasters/notesMaster1.xml" Id="R0b72fdf1ca7d41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83516118ae4a4f" /><Relationship Type="http://schemas.openxmlformats.org/officeDocument/2006/relationships/notesMaster" Target="/ppt/notesMasters/notesMaster1.xml" Id="R33394ce53ae04b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73bee0159b437c" /><Relationship Type="http://schemas.openxmlformats.org/officeDocument/2006/relationships/notesMaster" Target="/ppt/notesMasters/notesMaster1.xml" Id="R41db37571daa46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14a3f97e634902" /><Relationship Type="http://schemas.openxmlformats.org/officeDocument/2006/relationships/notesMaster" Target="/ppt/notesMasters/notesMaster1.xml" Id="R86051721092c47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a414996186489d" /><Relationship Type="http://schemas.openxmlformats.org/officeDocument/2006/relationships/notesMaster" Target="/ppt/notesMasters/notesMaster1.xml" Id="Rb4f40b44d3b440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1523282cf9424e" /><Relationship Type="http://schemas.openxmlformats.org/officeDocument/2006/relationships/notesMaster" Target="/ppt/notesMasters/notesMaster1.xml" Id="R4b9c692d1f3149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e40c34a3384128" /><Relationship Type="http://schemas.openxmlformats.org/officeDocument/2006/relationships/notesMaster" Target="/ppt/notesMasters/notesMaster1.xml" Id="R4232c944f3124c9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d5da3923ae4e46" /><Relationship Type="http://schemas.openxmlformats.org/officeDocument/2006/relationships/notesMaster" Target="/ppt/notesMasters/notesMaster1.xml" Id="R13d6fcfc58ed478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b6ae0c340b74995" /><Relationship Type="http://schemas.openxmlformats.org/officeDocument/2006/relationships/notesMaster" Target="/ppt/notesMasters/notesMaster1.xml" Id="Ra8f1fa58b78249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c4796943bac4132" /><Relationship Type="http://schemas.openxmlformats.org/officeDocument/2006/relationships/notesMaster" Target="/ppt/notesMasters/notesMaster1.xml" Id="R538df3306ed943d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7d50e4c49204913" /><Relationship Type="http://schemas.openxmlformats.org/officeDocument/2006/relationships/notesMaster" Target="/ppt/notesMasters/notesMaster1.xml" Id="Rafa07abe668c45e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77879db53744366" /><Relationship Type="http://schemas.openxmlformats.org/officeDocument/2006/relationships/notesMaster" Target="/ppt/notesMasters/notesMaster1.xml" Id="Ra2a2b75c5c75477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7a227f03d154729" /><Relationship Type="http://schemas.openxmlformats.org/officeDocument/2006/relationships/notesMaster" Target="/ppt/notesMasters/notesMaster1.xml" Id="R2744aebff07242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日程・参加人数の出典: 添付PDF「（船橋）1006明和県央.pdf」。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地図の元画像: 日本大学理工学部 船橋キャンパス案内図。今回不要な前回校の注記のみAI画像編集で除去。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画像: OpenAIの画像生成機能で作成した、架空の高校生とAIによるゲーム制作のイラスト。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b6a0777625430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526ad8179f45a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52b5a9a32d45f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e437763e4045b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8269061399461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963725c1e3481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d1fb2861f345a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cf02571d094d2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7e00fcd0e74f9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a27e796c9c4ec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cd0fd4a4f6485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8D9ACCC-E2FA-4C58-890C-B5692B728E9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999F557-1CD6-434F-BEF8-43E96329B5C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1868CD2-4963-4C66-8117-146C5C86797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352BA27-A9A3-41A2-BD99-6F95A7A87C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365A873-BDDC-4DFF-9A30-2EC57E406D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568D5E-A85D-46B5-8D50-2222795F8D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944B6FC-6FBF-4B49-8779-489E8B8A47E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DAE31E2-9485-4903-9969-3B020159BB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C8D347F-359D-4E99-8213-960A38A998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EA846D6-1B55-4760-BA20-07B358874E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E322E42-D46B-4474-B13F-36D2A0F67F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2CBFA4D-E645-419D-A46F-6E27AB2C5D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CB60A14-2BD6-4DA1-9EBB-CAF0B55E58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FD8B93-8254-4ED8-AACC-C0942FFBE1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C065025-E399-4CA5-B9C2-FA7830FD06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4B0B408-4FA5-4EE6-8723-B47108FB09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523AC53-83A8-4962-9C0E-BF20224FDBA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12B3A81-B564-4731-8713-06B2F6FF36F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E9AE37D-0C65-4083-BCC1-0C72E5AF98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1356908-D605-4817-9FC4-2AA44538A6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BDBD008-2694-4158-B196-4C52558F52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ABFC4E-93BA-4D7E-B827-8DF71A9B7D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2D60C95-265F-4270-85A2-C20E12E15E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5C60355-B3AF-41C0-967C-0B038958404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7392DF8-3B29-4A44-AE0E-4C4B82B925D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220D7F2D-6854-4CB9-9363-4FF2014BCDA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867FD409-3CD0-4FB1-AAE3-461249214E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F338C52-6083-4EE5-9C86-04B4E20DD7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9B33B44-E4F8-4A99-A5EF-90385D1C76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20856C1-0E3E-458D-921F-9434CB3148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8EA0FF1-FE34-427F-8137-D735A0DFD5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1011DCE-D466-4FA7-A46A-081BCFED73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226EE07-729F-4BE7-851C-D61189DCA5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A3E17F2-1E79-4640-8019-D8133F19DF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027E1A5-DF52-4EFF-9D12-24E183DC08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7C91098-FA84-4424-8671-AB68F55833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8D5E9F2-56D2-4854-AF90-64C1914760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6425C8B-0AFB-4B4C-BBA6-491D71033A1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36D01E9-CBA1-4079-AABD-7B986658E22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FAEFA46-2B09-4A20-8211-C3E59150C0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E41ADCC-B513-4437-AE5D-B715D8A0CE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F968AD0-7271-4350-A635-9403CF24D8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38502B1-F58A-4169-B353-0AD0C463A2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F4DE74F-0FEA-45B1-B82F-FB991FE2211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27020F2-C632-466C-AAE2-6A772B3102C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506B360-FAE9-4D50-B574-82F4810FA0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123396F-E21B-4E44-ACC9-83F4993475A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2D4BC24-8E95-4546-95B5-004B2F90E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CC47B7-1195-4AB8-A707-BE6933230E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F9D2953-7A11-41CD-B090-2BA2276BB4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FA3DF35-0F79-4BA8-A0FD-E9925A35B6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5E4EEAC-1FDA-4BE8-9B86-B4FC5A5ADD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970EDA-B94D-4FC0-93B1-0D504E349A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F12CCAA-BF9E-4341-9944-13A2259CCD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3F7ADCF-4C5C-43E8-A447-0E8DC627BD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0D391E4-B63B-487C-B332-68C8A2B866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08607DF-3129-4558-8A41-67707F15D5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E8CAB71-EEE3-4449-8914-2636637A10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7777435c6c4e32" /><Relationship Type="http://schemas.openxmlformats.org/officeDocument/2006/relationships/slideLayout" Target="/ppt/slideLayouts/slideLayout1.xml" Id="R02be8085092a45d7" /><Relationship Type="http://schemas.openxmlformats.org/officeDocument/2006/relationships/slideLayout" Target="/ppt/slideLayouts/slideLayout2.xml" Id="Rbda83ad08c0946ca" /><Relationship Type="http://schemas.openxmlformats.org/officeDocument/2006/relationships/slideLayout" Target="/ppt/slideLayouts/slideLayout3.xml" Id="R332498f387b64e02" /><Relationship Type="http://schemas.openxmlformats.org/officeDocument/2006/relationships/slideLayout" Target="/ppt/slideLayouts/slideLayout4.xml" Id="R78e4e76aa8344982" /><Relationship Type="http://schemas.openxmlformats.org/officeDocument/2006/relationships/slideLayout" Target="/ppt/slideLayouts/slideLayout5.xml" Id="R0591f16c16f34f91" /><Relationship Type="http://schemas.openxmlformats.org/officeDocument/2006/relationships/slideLayout" Target="/ppt/slideLayouts/slideLayout6.xml" Id="R8d3c344cbf714663" /><Relationship Type="http://schemas.openxmlformats.org/officeDocument/2006/relationships/slideLayout" Target="/ppt/slideLayouts/slideLayout7.xml" Id="R13fdd6916d544f55" /><Relationship Type="http://schemas.openxmlformats.org/officeDocument/2006/relationships/slideLayout" Target="/ppt/slideLayouts/slideLayout8.xml" Id="R1ac124e99a014002" /><Relationship Type="http://schemas.openxmlformats.org/officeDocument/2006/relationships/slideLayout" Target="/ppt/slideLayouts/slideLayout9.xml" Id="R8847bc01b4ee4cf0" /><Relationship Type="http://schemas.openxmlformats.org/officeDocument/2006/relationships/slideLayout" Target="/ppt/slideLayouts/slideLayout10.xml" Id="R78b45328bc1b4270" /><Relationship Type="http://schemas.openxmlformats.org/officeDocument/2006/relationships/slideLayout" Target="/ppt/slideLayouts/slideLayout11.xml" Id="Ra1c67f696d1f4f1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994D428-597C-4E49-B7B1-0A323375C2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9E6AE23-1C6F-460B-9BCB-97E0954FE7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C689F96-AACD-4C54-9431-2C01327D625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5EAD4F-17CE-4911-B547-B29E10EBD2B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A53DB9-6C4B-4339-8692-414E8CB6A78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be8085092a45d7"/>
    <p:sldLayoutId xmlns:r="http://schemas.openxmlformats.org/officeDocument/2006/relationships" id="2147483650" r:id="Rbda83ad08c0946ca"/>
    <p:sldLayoutId xmlns:r="http://schemas.openxmlformats.org/officeDocument/2006/relationships" id="2147483651" r:id="R332498f387b64e02"/>
    <p:sldLayoutId xmlns:r="http://schemas.openxmlformats.org/officeDocument/2006/relationships" id="2147483652" r:id="R78e4e76aa8344982"/>
    <p:sldLayoutId xmlns:r="http://schemas.openxmlformats.org/officeDocument/2006/relationships" id="2147483653" r:id="R0591f16c16f34f91"/>
    <p:sldLayoutId xmlns:r="http://schemas.openxmlformats.org/officeDocument/2006/relationships" id="2147483654" r:id="R8d3c344cbf714663"/>
    <p:sldLayoutId xmlns:r="http://schemas.openxmlformats.org/officeDocument/2006/relationships" id="2147483655" r:id="R13fdd6916d544f55"/>
    <p:sldLayoutId xmlns:r="http://schemas.openxmlformats.org/officeDocument/2006/relationships" id="2147483656" r:id="R1ac124e99a014002"/>
    <p:sldLayoutId xmlns:r="http://schemas.openxmlformats.org/officeDocument/2006/relationships" id="2147483657" r:id="R8847bc01b4ee4cf0"/>
    <p:sldLayoutId xmlns:r="http://schemas.openxmlformats.org/officeDocument/2006/relationships" id="2147483658" r:id="R78b45328bc1b4270"/>
    <p:sldLayoutId xmlns:r="http://schemas.openxmlformats.org/officeDocument/2006/relationships" id="2147483659" r:id="Ra1c67f696d1f4f17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efba78bac7a48c1" /><Relationship Type="http://schemas.openxmlformats.org/officeDocument/2006/relationships/image" Target="/ppt/media/image.png" Id="R6b6987fe5be24b17" /><Relationship Type="http://schemas.openxmlformats.org/officeDocument/2006/relationships/notesSlide" Target="/ppt/notesSlides/notesSlide1.xml" Id="R949fc478026e44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2a2e8771b624afa" /><Relationship Type="http://schemas.openxmlformats.org/officeDocument/2006/relationships/image" Target="/ppt/media/image.png" Id="Rf78ec337f637494e" /><Relationship Type="http://schemas.openxmlformats.org/officeDocument/2006/relationships/image" Target="/ppt/media/image.jpeg" Id="R00918b9855f44831" /><Relationship Type="http://schemas.openxmlformats.org/officeDocument/2006/relationships/notesSlide" Target="/ppt/notesSlides/notesSlide2.xml" Id="R71adb0eb121c44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56e1ff77c0248eb" /><Relationship Type="http://schemas.openxmlformats.org/officeDocument/2006/relationships/image" Target="/ppt/media/image.png" Id="R9a5d17e79e1b4f2e" /><Relationship Type="http://schemas.openxmlformats.org/officeDocument/2006/relationships/image" Target="/ppt/media/image2.png" Id="R42f965c5128f49c0" /><Relationship Type="http://schemas.openxmlformats.org/officeDocument/2006/relationships/image" Target="/ppt/media/image3.png" Id="R1a6b0f56b19a47ae" /><Relationship Type="http://schemas.openxmlformats.org/officeDocument/2006/relationships/notesSlide" Target="/ppt/notesSlides/notesSlide3.xml" Id="R91bf5b99e5b142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df10f81f4c8447f" /><Relationship Type="http://schemas.openxmlformats.org/officeDocument/2006/relationships/image" Target="/ppt/media/image.png" Id="R25c4f1000af04f7b" /><Relationship Type="http://schemas.openxmlformats.org/officeDocument/2006/relationships/image" Target="/ppt/media/image2.jpeg" Id="R7d2a6df1d23a4cc7" /><Relationship Type="http://schemas.openxmlformats.org/officeDocument/2006/relationships/image" Target="/ppt/media/image3.jpeg" Id="R046fc49b91804bec" /><Relationship Type="http://schemas.openxmlformats.org/officeDocument/2006/relationships/image" Target="/ppt/media/image4.jpeg" Id="Rbc85359c22bc40db" /><Relationship Type="http://schemas.openxmlformats.org/officeDocument/2006/relationships/notesSlide" Target="/ppt/notesSlides/notesSlide4.xml" Id="R812afdfbf88647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1c9b8476616411b" /><Relationship Type="http://schemas.openxmlformats.org/officeDocument/2006/relationships/image" Target="/ppt/media/image.png" Id="R1c325eea73fd4289" /><Relationship Type="http://schemas.openxmlformats.org/officeDocument/2006/relationships/image" Target="/ppt/media/image4.png" Id="R7ebc2df0eb1d4a45" /><Relationship Type="http://schemas.openxmlformats.org/officeDocument/2006/relationships/notesSlide" Target="/ppt/notesSlides/notesSlide5.xml" Id="Rdd097ec1658947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643a9396ca54350" /><Relationship Type="http://schemas.openxmlformats.org/officeDocument/2006/relationships/image" Target="/ppt/media/image.png" Id="Rc54d1bedc8d54af4" /><Relationship Type="http://schemas.openxmlformats.org/officeDocument/2006/relationships/notesSlide" Target="/ppt/notesSlides/notesSlide6.xml" Id="R78cba930662549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255c265f7bf4dd8" /><Relationship Type="http://schemas.openxmlformats.org/officeDocument/2006/relationships/image" Target="/ppt/media/image.png" Id="R0f752684aed54bda" /><Relationship Type="http://schemas.openxmlformats.org/officeDocument/2006/relationships/notesSlide" Target="/ppt/notesSlides/notesSlide7.xml" Id="Rb96c21d8aa1949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9e954995f6f4d9d" /><Relationship Type="http://schemas.openxmlformats.org/officeDocument/2006/relationships/image" Target="/ppt/media/image.png" Id="R6a158b3b92d64af9" /><Relationship Type="http://schemas.openxmlformats.org/officeDocument/2006/relationships/notesSlide" Target="/ppt/notesSlides/notesSlide8.xml" Id="R7b729991290742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c8cdb6d29a54be5" /><Relationship Type="http://schemas.openxmlformats.org/officeDocument/2006/relationships/image" Target="/ppt/media/image.png" Id="Rb7addedc8f194fd2" /><Relationship Type="http://schemas.openxmlformats.org/officeDocument/2006/relationships/notesSlide" Target="/ppt/notesSlides/notesSlide9.xml" Id="R697bc285a72741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4d68f59579e4b55" /><Relationship Type="http://schemas.openxmlformats.org/officeDocument/2006/relationships/image" Target="/ppt/media/image.png" Id="R1537c701ad4145bd" /><Relationship Type="http://schemas.openxmlformats.org/officeDocument/2006/relationships/notesSlide" Target="/ppt/notesSlides/notesSlide10.xml" Id="Rb647b167ad584f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4d23354f9254657" /><Relationship Type="http://schemas.openxmlformats.org/officeDocument/2006/relationships/image" Target="/ppt/media/image.png" Id="R71a45d89215e4362" /><Relationship Type="http://schemas.openxmlformats.org/officeDocument/2006/relationships/notesSlide" Target="/ppt/notesSlides/notesSlide11.xml" Id="R21b3c474344147d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8d3dc3b6a454194" /><Relationship Type="http://schemas.openxmlformats.org/officeDocument/2006/relationships/image" Target="/ppt/media/image.png" Id="R682d9d77c9354552" /><Relationship Type="http://schemas.openxmlformats.org/officeDocument/2006/relationships/notesSlide" Target="/ppt/notesSlides/notesSlide12.xml" Id="R046e191d654646c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e1e6be10f6b45be" /><Relationship Type="http://schemas.openxmlformats.org/officeDocument/2006/relationships/image" Target="/ppt/media/image.png" Id="R45d9d2978fa247ef" /><Relationship Type="http://schemas.openxmlformats.org/officeDocument/2006/relationships/notesSlide" Target="/ppt/notesSlides/notesSlide13.xml" Id="R7e4d99b059a24dc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784fa9510e8446d" /><Relationship Type="http://schemas.openxmlformats.org/officeDocument/2006/relationships/image" Target="/ppt/media/image.png" Id="R6454d75b78fe4deb" /><Relationship Type="http://schemas.openxmlformats.org/officeDocument/2006/relationships/notesSlide" Target="/ppt/notesSlides/notesSlide14.xml" Id="R1eec7d7c7b16487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b64857de8b2400d" /><Relationship Type="http://schemas.openxmlformats.org/officeDocument/2006/relationships/image" Target="/ppt/media/image.png" Id="R0fdceb40cbf84ab3" /><Relationship Type="http://schemas.openxmlformats.org/officeDocument/2006/relationships/image" Target="/ppt/media/image5.png" Id="R2fa54fd59f014b5d" /><Relationship Type="http://schemas.openxmlformats.org/officeDocument/2006/relationships/notesSlide" Target="/ppt/notesSlides/notesSlide15.xml" Id="Rd2ec7989cab144e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a3c1720eb974033" /><Relationship Type="http://schemas.openxmlformats.org/officeDocument/2006/relationships/image" Target="/ppt/media/image.png" Id="Rb783569a8aca489b" /><Relationship Type="http://schemas.openxmlformats.org/officeDocument/2006/relationships/notesSlide" Target="/ppt/notesSlides/notesSlide16.xml" Id="R23e5949eac3d45b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71d47324eea4ece" /><Relationship Type="http://schemas.openxmlformats.org/officeDocument/2006/relationships/image" Target="/ppt/media/image.png" Id="R30df72a17a9d4c8a" /><Relationship Type="http://schemas.openxmlformats.org/officeDocument/2006/relationships/image" Target="/ppt/media/image6.png" Id="R3cff794f54dd4c6e" /><Relationship Type="http://schemas.openxmlformats.org/officeDocument/2006/relationships/notesSlide" Target="/ppt/notesSlides/notesSlide17.xml" Id="Rbf8f5bd807fa49f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567D40D-D76B-439A-AFDF-D3796424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91377D"/>
              </a:gs>
              <a:gs pos="100000">
                <a:srgbClr val="593FBF"/>
              </a:gs>
            </a:gsLst>
            <a:lin ang="204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9D7B0F9-8144-444A-82E5-55C67308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"/>
            <a:ext cx="2697480" cy="882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3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6987fe5be24b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685800"/>
            <a:ext cx="2514600" cy="699247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68D99F2-3D3A-449D-B87F-AA4CC5D4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965960"/>
            <a:ext cx="557784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B547213-10F0-4319-AFD2-9029730F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8840"/>
            <a:ext cx="10332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 spc="40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C r e a t i n g   A   N e w   W o r l d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A3D768B-9FC9-4CDA-B8F5-A547E82D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1488"/>
            <a:ext cx="103327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500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AIと30分で、</a:t>
            </a:r>
          </a:p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500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明和県央のホームページを作る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DC147D9-4CC0-4B25-ADAE-1F8EB5B3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956048"/>
            <a:ext cx="557784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1D2E203-5E19-4E38-80AA-39984548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0368"/>
            <a:ext cx="103327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日本大学理工学部 応用情報工学科　教授　松野 裕</a:t>
            </a:r>
          </a:p>
          <a:p xmlns:a="http://schemas.openxmlformats.org/drawingml/2006/main">
            <a:pPr>
              <a:spcBef>
                <a:spcPts val="800"/>
              </a:spcBef>
              <a:buNone/>
            </a:pPr>
            <a:r>
              <a:rPr sz="13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2026年10月6日　明和県央高等学校 1学年 見学会</a:t>
            </a:r>
          </a:p>
        </p:txBody>
      </p:sp>
    </p:spTree>
    <p:extLst>
      <p:ext uri="{BB962C8B-B14F-4D97-AF65-F5344CB8AC3E}">
        <p14:creationId xmlns:p14="http://schemas.microsoft.com/office/powerpoint/2010/main" val="15266135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FB570B1-6FCF-41D1-A576-69D8A4C2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70553A1-F648-4037-99F8-2078A998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731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Profile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72CC4AC-6FCC-4ED3-858B-83F33130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7899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松野 裕（まつの ゆたか）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DFA5A43-7DA0-47B3-BA32-697898A1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10058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A42AFD6-5EAB-416B-8071-C896E529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81344"/>
            <a:ext cx="1389888" cy="5185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ec337f63749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6272784"/>
            <a:ext cx="1207008" cy="335638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FE9A86F-B6A2-482C-BE60-E00C686A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355080"/>
            <a:ext cx="731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2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F5CB5F8-1A67-4ECB-9479-0689CB74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1720"/>
            <a:ext cx="5852160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90000"/>
              </a:lnSpc>
              <a:spcBef>
                <a:spcPts val="600"/>
              </a:spcBef>
              <a:buNone/>
            </a:pPr>
            <a:r>
              <a:rPr sz="19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・プログラミング言語</a:t>
            </a:r>
          </a:p>
          <a:p xmlns:a="http://schemas.openxmlformats.org/drawingml/2006/main">
            <a:pPr>
              <a:lnSpc>
                <a:spcPct val="190000"/>
              </a:lnSpc>
              <a:spcBef>
                <a:spcPts val="600"/>
              </a:spcBef>
              <a:buNone/>
            </a:pPr>
            <a:r>
              <a:rPr sz="19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・ソフトウェア工学</a:t>
            </a:r>
          </a:p>
          <a:p xmlns:a="http://schemas.openxmlformats.org/drawingml/2006/main">
            <a:pPr>
              <a:lnSpc>
                <a:spcPct val="190000"/>
              </a:lnSpc>
              <a:spcBef>
                <a:spcPts val="600"/>
              </a:spcBef>
              <a:buNone/>
            </a:pPr>
            <a:r>
              <a:rPr sz="19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・システムの総合信頼性（Dependability）</a:t>
            </a:r>
          </a:p>
          <a:p xmlns:a="http://schemas.openxmlformats.org/drawingml/2006/main">
            <a:pPr>
              <a:lnSpc>
                <a:spcPct val="170000"/>
              </a:lnSpc>
              <a:spcBef>
                <a:spcPts val="2200"/>
              </a:spcBef>
              <a:buNone/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ソフトウェアを、どうやって安心して使えるものにするか</a:t>
            </a:r>
          </a:p>
          <a:p xmlns:a="http://schemas.openxmlformats.org/drawingml/2006/main">
            <a:pPr>
              <a:lnSpc>
                <a:spcPct val="170000"/>
              </a:lnSpc>
              <a:buNone/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それを研究しています</a:t>
            </a:r>
          </a:p>
        </p:txBody>
      </p:sp>
      <p:pic>
        <p:nvPicPr>
          <p:cNvPr id="20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18b9855f448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52410" y="2194560"/>
            <a:ext cx="2674620" cy="35661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8007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607803C-01D5-42E0-8672-C758E124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D420B3A-CBB6-4028-92B2-94A03B3F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731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Campus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4AB4E16-4F9C-4C08-9BAE-1EC68F2C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7899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今日の会場は、船橋キャンパスです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2D8C2D7-C1A2-4755-9823-9D7FDC4D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10058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5C29DC0-ABA1-4659-9CF0-AC411761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4831"/>
            <a:ext cx="10789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14号館でミニ講義。2号館が応用情報工学科の研究・教育の拠点です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0D7832E-6833-4A8B-B1FE-BC889717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81344"/>
            <a:ext cx="1389888" cy="5185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5d17e79e1b4f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6272784"/>
            <a:ext cx="1207008" cy="335638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D92729D-076C-4048-AF9A-71BE3863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355080"/>
            <a:ext cx="731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3</a:t>
            </a:r>
          </a:p>
        </p:txBody>
      </p:sp>
      <p:pic>
        <p:nvPicPr>
          <p:cNvPr id="21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f965c5128f49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38360" y="548640"/>
            <a:ext cx="1737360" cy="438324"/>
          </a:xfrm>
          <a:prstGeom xmlns:a="http://schemas.openxmlformats.org/drawingml/2006/main" prst="rect">
            <a:avLst/>
          </a:prstGeom>
        </p:spPr>
      </p:pic>
      <p:pic>
        <p:nvPicPr>
          <p:cNvPr id="22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6b0f56b19a47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3248850" y="2468880"/>
            <a:ext cx="5663820" cy="37947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387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143A6A9-6F97-4F72-8FC6-9CEF6CC8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F7ED1D2-B5CD-4BB9-A3C4-9BB41A3A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731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About Us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4FB7285-0286-490E-8E2E-D955DC9B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7899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AIとIoTを組み合わせたソフトウェアものづくりを学ぶ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0D0E04D-09AF-4AF9-93EF-134EBE42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10058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9FE0346-39F7-43B6-A18F-AEEB9FB4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4831"/>
            <a:ext cx="10789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応用情報工学科では、3つの分野を学びます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1E0055C-8626-404D-8174-59D09303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81344"/>
            <a:ext cx="1389888" cy="5185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c4f1000af04f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6272784"/>
            <a:ext cx="1207008" cy="335638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8C0DE57-DEB7-4B2D-9AFD-7BCB739C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355080"/>
            <a:ext cx="731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4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EECFA23-81A7-411A-BD67-C9A06261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0320"/>
            <a:ext cx="3419856" cy="3474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8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2a6df1d23a4c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560320"/>
            <a:ext cx="3419856" cy="1920240"/>
          </a:xfrm>
          <a:prstGeom xmlns:a="http://schemas.openxmlformats.org/drawingml/2006/main" prst="rect">
            <a:avLst/>
          </a:prstGeom>
        </p:spPr>
      </p:pic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0AB1CE0-BB38-4006-BDEE-67753EBC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0560"/>
            <a:ext cx="5080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022F76F-5143-4327-AA20-1EB6A74B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645152"/>
            <a:ext cx="296265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情報処理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2A6A163-942D-4DEB-B9C8-DED1DC06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138928"/>
            <a:ext cx="296265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</a:pPr>
            <a:r>
              <a:rPr sz="13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データを分析して、価値のある情報をつくる。AIもこの分野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444555C-F707-4C9C-98D2-250E3300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2560320"/>
            <a:ext cx="3419856" cy="3474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3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6fc49b91804b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79976" y="2560320"/>
            <a:ext cx="3419856" cy="1920240"/>
          </a:xfrm>
          <a:prstGeom xmlns:a="http://schemas.openxmlformats.org/drawingml/2006/main" prst="rect">
            <a:avLst/>
          </a:prstGeom>
        </p:spPr>
      </p:pic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FE3A371-20A9-422F-ABEE-288BC53E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4480560"/>
            <a:ext cx="5080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34AAC6D-27B5-49BE-B2CB-46F5B6C4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4645152"/>
            <a:ext cx="296265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ネットワークシステム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965D8F7-C6F5-4764-B243-262C04CD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5138928"/>
            <a:ext cx="296265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</a:pPr>
            <a:r>
              <a:rPr sz="13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モノやサービスをつなぎ、情報を安全・確実に届ける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41A0598-1CCE-4AFA-8B6E-B65A32DA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2560320"/>
            <a:ext cx="3419856" cy="3474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8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85359c22bc40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74152" y="2560320"/>
            <a:ext cx="3419856" cy="1920240"/>
          </a:xfrm>
          <a:prstGeom xmlns:a="http://schemas.openxmlformats.org/drawingml/2006/main" prst="rect">
            <a:avLst/>
          </a:prstGeom>
        </p:spPr>
      </p:pic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3D0DEA1-E8B3-43B8-A8FB-9701A2BE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4480560"/>
            <a:ext cx="5080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5C8D7F0-7A2D-4AB5-90DD-CF9152E1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184" y="4645152"/>
            <a:ext cx="296265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組込みシステム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8C1AD82-10C2-483C-AB9C-5CD1C4F6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184" y="5138928"/>
            <a:ext cx="296265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</a:pPr>
            <a:r>
              <a:rPr sz="13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家電や機械の中で動くソフトウェアをつくる</a:t>
            </a:r>
          </a:p>
        </p:txBody>
      </p:sp>
    </p:spTree>
    <p:extLst>
      <p:ext uri="{BB962C8B-B14F-4D97-AF65-F5344CB8AC3E}">
        <p14:creationId xmlns:p14="http://schemas.microsoft.com/office/powerpoint/2010/main" val="3814107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2CECAF1-9A9D-47F4-A3C6-25753099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B0F962B-097E-4E1F-A974-9F8BC9A2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731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Live Creation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A79B42C-A429-4878-8BBD-0D642BC3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7899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このあと、みなさんとゲームを作ります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00142ED-C9AF-4E2C-AD6E-4E971E32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10058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6E6CFEF-E1C4-466F-BCC8-787AD8DE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4831"/>
            <a:ext cx="10789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学校のいいところ、色、敵の名前。みなさんの言葉を、その場でAIに伝えます。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0953E65-C46F-4729-9C5F-F09451FD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81344"/>
            <a:ext cx="1389888" cy="5185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0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25eea73fd42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6272784"/>
            <a:ext cx="1207008" cy="335638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8CDA3A3-F5E3-41A6-9CEA-297EC7AB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355080"/>
            <a:ext cx="731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5</a:t>
            </a:r>
          </a:p>
        </p:txBody>
      </p:sp>
      <p:pic>
        <p:nvPicPr>
          <p:cNvPr id="22" name="nichinara_work.mp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bc2df0eb1d4a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3081528" y="2615184"/>
            <a:ext cx="6035040" cy="3008376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32BBD19-FBDD-4FEE-BED3-53351ACC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9008"/>
            <a:ext cx="10789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言葉を伝えると、AIがサイトとゲームを書き換えます。</a:t>
            </a:r>
          </a:p>
        </p:txBody>
      </p:sp>
    </p:spTree>
    <p:extLst>
      <p:ext uri="{BB962C8B-B14F-4D97-AF65-F5344CB8AC3E}">
        <p14:creationId xmlns:p14="http://schemas.microsoft.com/office/powerpoint/2010/main" val="2848532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32C6708-4F8C-4248-B90A-3ECE91B7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B3094E1-E66E-43C7-8B10-E8966D0E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731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Today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C477AF8-5267-46CB-9532-BE162A49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7899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30分で、明和県央のホームページを作ります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AE5F462-9A65-4379-8F71-B27C5771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10058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DA5DADB-770A-450C-8E1B-4F431A04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81344"/>
            <a:ext cx="1389888" cy="5185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5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d1bedc8d54a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6272784"/>
            <a:ext cx="1207008" cy="335638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C6F3076-358A-4B06-AC3C-EC438D7B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355080"/>
            <a:ext cx="731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6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06B22BB-C017-45DA-BCB8-DA5A37F7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260604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865381F-EDBD-4219-9EE5-343CDBB8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260604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18DA781-8DBE-442F-9433-40B92871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834640"/>
            <a:ext cx="2057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spc="20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01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16FBC25-9A04-4A58-8A3F-50EB681A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11880"/>
            <a:ext cx="2057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見せる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C7F0AC4-70DF-4B69-B414-7FD38C9E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51960"/>
            <a:ext cx="20574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5000"/>
              </a:lnSpc>
              <a:buNone/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AIが準備したサイトを見る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BC37E60-FAF3-45E1-B4EF-A825A3F2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514600"/>
            <a:ext cx="260604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DCADE96-9594-4780-BE87-A8D7DF7E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514600"/>
            <a:ext cx="260604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F7ADD88-17F2-45FB-8107-A9B481C4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834640"/>
            <a:ext cx="2057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spc="20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02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A357E72-055E-4C8C-AFA5-E6F2FCAB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611880"/>
            <a:ext cx="2057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聞く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542ACB5-6B6C-4B13-846C-F05998D6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251960"/>
            <a:ext cx="20574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5000"/>
              </a:lnSpc>
              <a:buNone/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みなさんに、明和県央のいいところを聞く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49209D3-A315-425C-A044-46211982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514600"/>
            <a:ext cx="260604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431FCBEF-DD79-4E12-8EAF-D0E4DC2E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514600"/>
            <a:ext cx="260604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76F374F5-AE57-4DC7-AF74-A2D3C8BD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34640"/>
            <a:ext cx="2057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spc="20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03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E932D9C5-B8E5-445F-9D1D-DF536E99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11880"/>
            <a:ext cx="2057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書き換える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C97482F-6C82-4591-B230-76CD6740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51960"/>
            <a:ext cx="20574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5000"/>
              </a:lnSpc>
              <a:buNone/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聞いたことを、その場でAIに反映させる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E3ABBEDF-F038-432E-B69C-AE11F5D2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2514600"/>
            <a:ext cx="260604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9E1DA224-AEC6-4265-B3AB-A4CF71AD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2514600"/>
            <a:ext cx="260604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DE044D31-2F7E-405C-A489-DCA9BCD3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834640"/>
            <a:ext cx="2057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spc="20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04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28CB178-C08D-487B-9229-8794525B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3611880"/>
            <a:ext cx="2057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確かめる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473C49D-F0C7-4572-A4BB-7F83567A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4251960"/>
            <a:ext cx="20574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5000"/>
              </a:lnSpc>
              <a:buNone/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できたサイトを、みなさんと確認する</a:t>
            </a:r>
          </a:p>
        </p:txBody>
      </p:sp>
    </p:spTree>
    <p:extLst>
      <p:ext uri="{BB962C8B-B14F-4D97-AF65-F5344CB8AC3E}">
        <p14:creationId xmlns:p14="http://schemas.microsoft.com/office/powerpoint/2010/main" val="49763819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E3F1C24-A610-4BE9-BEBD-71E20F45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91377D"/>
              </a:gs>
              <a:gs pos="100000">
                <a:srgbClr val="593FBF"/>
              </a:gs>
            </a:gsLst>
            <a:lin ang="204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1E5945C-3B1D-47AF-A451-B34E4DCD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65960"/>
            <a:ext cx="10241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spc="320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Your Turn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0602EDE-5758-4097-93B0-EFE6BA11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14600"/>
            <a:ext cx="1024128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460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みなさんに聞きます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91AE01C-A85B-497D-885B-7A858BAC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81344"/>
            <a:ext cx="1389888" cy="5185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4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752684aed54b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6272784"/>
            <a:ext cx="1207008" cy="335638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0D73B23-8EE3-43D6-8F09-7C8B92FC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355080"/>
            <a:ext cx="731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7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7A75C02-8E88-4368-856E-02EBD662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1960"/>
            <a:ext cx="10058400" cy="1795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</a:pPr>
            <a:r>
              <a:rPr sz="19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　</a:t>
            </a:r>
            <a:r>
              <a:rPr sz="19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明和県央のいいところは？</a:t>
            </a:r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9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　</a:t>
            </a:r>
            <a:r>
              <a:rPr sz="19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給食で好きなメニューは？</a:t>
            </a:r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9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　</a:t>
            </a:r>
            <a:r>
              <a:rPr sz="19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学校らしい色は何色？</a:t>
            </a:r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9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　ゲームをどうしたい？</a:t>
            </a:r>
          </a:p>
        </p:txBody>
      </p:sp>
    </p:spTree>
    <p:extLst>
      <p:ext uri="{BB962C8B-B14F-4D97-AF65-F5344CB8AC3E}">
        <p14:creationId xmlns:p14="http://schemas.microsoft.com/office/powerpoint/2010/main" val="114119285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1FA3107-0106-4ADA-ABCF-E1C90A53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451C813-44BE-4394-9EA2-B471058E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731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Behind the Scenes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E9BF43C-7A35-4FAB-9950-DD06AC21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7899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いま、AIは何をしているのか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BECA852-03DB-4F80-B71A-BCAD3777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10058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33098BA-0190-4C98-B1FF-A22B8C3D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81344"/>
            <a:ext cx="1389888" cy="5185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58b3b92d64a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6272784"/>
            <a:ext cx="1207008" cy="335638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67C5A9F-B2A8-4631-8CE0-8D1CE490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355080"/>
            <a:ext cx="731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8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765D4AD-BBBB-419E-AFE2-5B622E53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43200"/>
            <a:ext cx="315468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4A67331-DEA4-4427-BD5D-2EAD6793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43200"/>
            <a:ext cx="508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282E64D-95CC-4C79-93BA-7AA344EE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154680"/>
            <a:ext cx="2514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21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みなさんの言葉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91E6235-0417-43A0-8D9F-310AFE60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77639"/>
            <a:ext cx="2514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「C-HALLがいい」</a:t>
            </a:r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「部活が楽しい」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FEF51DA-78DC-4A3F-A9E0-3E475070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3703320"/>
            <a:ext cx="731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0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▶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46EE82C-7CE0-4F59-B8B3-7262B52C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743200"/>
            <a:ext cx="315468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ACBB900-2422-45DC-83D5-77AF3CAE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743200"/>
            <a:ext cx="508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0E57FF9-9BE4-473F-90F8-CBFF105C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154680"/>
            <a:ext cx="2514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21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AIがデータを書き換える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2678E15-57FC-4FBE-80A9-5EBFAB9B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977639"/>
            <a:ext cx="2514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文章・色・ゲームの設定を</a:t>
            </a:r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まとめて直す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143DDAE-B27C-4E5E-97F1-7492125F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703320"/>
            <a:ext cx="731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0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▶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2968FEAA-B9A0-4642-823D-8BA77D7A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743200"/>
            <a:ext cx="315468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2631042-0340-43C1-A2F6-EFCCE561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743200"/>
            <a:ext cx="508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DE1EE6F0-CE26-421E-B9BB-31CA298F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154680"/>
            <a:ext cx="2514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21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サイトが変わる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11EA313-2867-404F-B6AC-5081FC18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977639"/>
            <a:ext cx="2514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読み込み直すと</a:t>
            </a:r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見た目が変わる</a:t>
            </a:r>
          </a:p>
        </p:txBody>
      </p:sp>
    </p:spTree>
    <p:extLst>
      <p:ext uri="{BB962C8B-B14F-4D97-AF65-F5344CB8AC3E}">
        <p14:creationId xmlns:p14="http://schemas.microsoft.com/office/powerpoint/2010/main" val="128442781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6199056-BCB1-4DB2-9B38-62AECE51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112069C-E188-4645-B25B-A9483651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731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How to Ask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6E40CD2-C711-4C58-9088-CC79879A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7899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AIには、こう頼みます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62083C5-B1D8-4986-BC1B-5540C438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10058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DBE79BB-929A-40DD-9944-BCF6CB96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4831"/>
            <a:ext cx="10789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これは例です。今日みなさんから聞いた言葉で、この中身が決まります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B91FEC6-BBDF-46DF-9E19-BFEE2584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81344"/>
            <a:ext cx="1389888" cy="5185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0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addedc8f194f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6272784"/>
            <a:ext cx="1207008" cy="335638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DB4759A-5CD3-45C3-B2E2-837A862E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355080"/>
            <a:ext cx="731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9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63C6072-44C5-4666-8D91-4714EDBF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6040"/>
            <a:ext cx="6675120" cy="3291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5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75EB582-5336-4A95-B770-F00348E3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907792"/>
            <a:ext cx="621792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</a:pPr>
            <a:r>
              <a:rPr sz="1400" b="0">
                <a:solidFill>
                  <a:srgbClr val="E8E3EE"/>
                </a:solidFill>
                <a:latin typeface="Hiragino Kaku Gothic ProN"/>
                <a:ea typeface="Hiragino Kaku Gothic ProN"/>
                <a:cs typeface="Hiragino Kaku Gothic ProN"/>
              </a:rPr>
              <a:t>明和県央高校の1年生に聞いた内容を、</a:t>
            </a:r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400" b="0">
                <a:solidFill>
                  <a:srgbClr val="E8E3EE"/>
                </a:solidFill>
                <a:latin typeface="Hiragino Kaku Gothic ProN"/>
                <a:ea typeface="Hiragino Kaku Gothic ProN"/>
                <a:cs typeface="Hiragino Kaku Gothic ProN"/>
              </a:rPr>
              <a:t>サイトに反映してください。</a:t>
            </a:r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400" b="0">
                <a:solidFill>
                  <a:srgbClr val="E8E3EE"/>
                </a:solidFill>
                <a:latin typeface="Hiragino Kaku Gothic ProN"/>
                <a:ea typeface="Hiragino Kaku Gothic ProN"/>
                <a:cs typeface="Hiragino Kaku Gothic ProN"/>
              </a:rPr>
              <a:t>　</a:t>
            </a:r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400" b="0">
                <a:solidFill>
                  <a:srgbClr val="E8E3EE"/>
                </a:solidFill>
                <a:latin typeface="Hiragino Kaku Gothic ProN"/>
                <a:ea typeface="Hiragino Kaku Gothic ProN"/>
                <a:cs typeface="Hiragino Kaku Gothic ProN"/>
              </a:rPr>
              <a:t>・魅力の3つを「C-HALL」「部活」「広い校地」にする</a:t>
            </a:r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400" b="0">
                <a:solidFill>
                  <a:srgbClr val="E8E3EE"/>
                </a:solidFill>
                <a:latin typeface="Hiragino Kaku Gothic ProN"/>
                <a:ea typeface="Hiragino Kaku Gothic ProN"/>
                <a:cs typeface="Hiragino Kaku Gothic ProN"/>
              </a:rPr>
              <a:t>・生徒の声を、次の3つの言葉に差し替える</a:t>
            </a:r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400" b="0">
                <a:solidFill>
                  <a:srgbClr val="E8E3EE"/>
                </a:solidFill>
                <a:latin typeface="Hiragino Kaku Gothic ProN"/>
                <a:ea typeface="Hiragino Kaku Gothic ProN"/>
                <a:cs typeface="Hiragino Kaku Gothic ProN"/>
              </a:rPr>
              <a:t>・テーマの色を青系にする</a:t>
            </a:r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400" b="0">
                <a:solidFill>
                  <a:srgbClr val="E8E3EE"/>
                </a:solidFill>
                <a:latin typeface="Hiragino Kaku Gothic ProN"/>
                <a:ea typeface="Hiragino Kaku Gothic ProN"/>
                <a:cs typeface="Hiragino Kaku Gothic ProN"/>
              </a:rPr>
              <a:t>・敵の名前を「小テスト」「寝坊」にする</a:t>
            </a:r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400" b="0">
                <a:solidFill>
                  <a:srgbClr val="E8E3EE"/>
                </a:solidFill>
                <a:latin typeface="Hiragino Kaku Gothic ProN"/>
                <a:ea typeface="Hiragino Kaku Gothic ProN"/>
                <a:cs typeface="Hiragino Kaku Gothic ProN"/>
              </a:rPr>
              <a:t>・ゲームにジャンプ台をもう1つ足す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DC0B1EE-F37F-431E-B4B2-B1622976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34640"/>
            <a:ext cx="3749039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聞いた言葉を、そのまま渡す</a:t>
            </a:r>
          </a:p>
          <a:p xmlns:a="http://schemas.openxmlformats.org/drawingml/2006/main">
            <a:pPr>
              <a:lnSpc>
                <a:spcPct val="150000"/>
              </a:lnSpc>
              <a:spcBef>
                <a:spcPts val="400"/>
              </a:spcBef>
              <a:buNone/>
            </a:pPr>
            <a:r>
              <a:rPr sz="13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「いい感じにして」では伝わらない</a:t>
            </a:r>
          </a:p>
          <a:p xmlns:a="http://schemas.openxmlformats.org/drawingml/2006/main">
            <a:pPr>
              <a:spcBef>
                <a:spcPts val="2600"/>
              </a:spcBef>
              <a:buNone/>
            </a:pPr>
            <a:r>
              <a:rPr sz="1700" b="1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どこを変えるか、名指しする</a:t>
            </a:r>
          </a:p>
          <a:p xmlns:a="http://schemas.openxmlformats.org/drawingml/2006/main">
            <a:pPr>
              <a:lnSpc>
                <a:spcPct val="150000"/>
              </a:lnSpc>
              <a:spcBef>
                <a:spcPts val="400"/>
              </a:spcBef>
              <a:buNone/>
            </a:pPr>
            <a:r>
              <a:rPr sz="13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変えてほしい場所をはっきり言う</a:t>
            </a:r>
          </a:p>
          <a:p xmlns:a="http://schemas.openxmlformats.org/drawingml/2006/main">
            <a:pPr>
              <a:spcBef>
                <a:spcPts val="2600"/>
              </a:spcBef>
              <a:buNone/>
            </a:pPr>
            <a:r>
              <a:rPr sz="1700" b="1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出てきたものを見て、言い直す</a:t>
            </a:r>
          </a:p>
          <a:p xmlns:a="http://schemas.openxmlformats.org/drawingml/2006/main">
            <a:pPr>
              <a:lnSpc>
                <a:spcPct val="150000"/>
              </a:lnSpc>
              <a:spcBef>
                <a:spcPts val="400"/>
              </a:spcBef>
              <a:buNone/>
            </a:pPr>
            <a:r>
              <a:rPr sz="13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一度で決まらない。それがふつう</a:t>
            </a:r>
          </a:p>
        </p:txBody>
      </p:sp>
    </p:spTree>
    <p:extLst>
      <p:ext uri="{BB962C8B-B14F-4D97-AF65-F5344CB8AC3E}">
        <p14:creationId xmlns:p14="http://schemas.microsoft.com/office/powerpoint/2010/main" val="34776351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7A5AFE6-9EA5-4C17-B2CD-739D618A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91377D"/>
              </a:gs>
              <a:gs pos="100000">
                <a:srgbClr val="593FBF"/>
              </a:gs>
            </a:gsLst>
            <a:lin ang="204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9A2BBF4-F339-4491-B84D-5BA30B2E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65960"/>
            <a:ext cx="10241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spc="320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Why It Matters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882F25C-4F2E-4E61-8563-1C562373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14600"/>
            <a:ext cx="1024128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460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AIと対話できる人が、必要になる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8F22D4F-6CA4-4EA7-8A4A-35BE3102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663440"/>
            <a:ext cx="960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</a:pPr>
            <a:r>
              <a:rPr sz="16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うまく頼む。出てきたものを確かめる。ちがえば、ちがうと言って直させる。この往復ができる人です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18024B6-7659-452A-B180-CA90D590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81344"/>
            <a:ext cx="1389888" cy="5185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5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37c701ad4145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6272784"/>
            <a:ext cx="1207008" cy="335638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F49AA03-D39D-485A-B3C2-F02ECECB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355080"/>
            <a:ext cx="731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859114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2071289-7A96-4C3B-BCAD-3D644CC5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FD99D26-093C-4FC1-A961-490BF778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731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Dialogue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E6E736E-DA32-420E-8D72-859D2F2D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7899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このミニ講義も、AIとの対話で作りました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8AEE8FF-CFFC-4DE6-92E8-63A18D61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10058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B0DA06-E008-4B09-9398-113DD0E5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4831"/>
            <a:ext cx="10789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サイトを作ったときの記録（Gitの履歴）から、実際の指示を見てみます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5348E45-6349-40D3-969A-93EBBC61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81344"/>
            <a:ext cx="1389888" cy="5185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8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45d89215e43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6272784"/>
            <a:ext cx="1207008" cy="335638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9A3236D-B858-4B05-B701-E309A1B8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355080"/>
            <a:ext cx="731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11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BDBEBD1-C5D6-4E9B-A6E9-8C6EE658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8608"/>
            <a:ext cx="381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E2C4134-1D5C-487B-85E6-A9AD07C1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523744"/>
            <a:ext cx="8686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91377D"/>
                </a:solidFill>
                <a:latin typeface="Menlo"/>
                <a:ea typeface="Menlo"/>
                <a:cs typeface="Menlo"/>
              </a:rPr>
              <a:t>12:36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C60B480-D978-470B-ACB5-6BC7FA77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523744"/>
            <a:ext cx="51206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「30分ずつ、2回。リポジトリを分けて作って」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57469D0-E339-43D6-94BC-A24BB5EE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523744"/>
            <a:ext cx="4572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▶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636858A-D437-49DB-B068-C4B386D2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23744"/>
            <a:ext cx="374903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学校紹介サイトの下地ができた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84B4FDE-44AE-49CC-80DA-22BB8F02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7248"/>
            <a:ext cx="381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11DD15C-3B1B-439A-B170-E352B5B3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072384"/>
            <a:ext cx="8686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91377D"/>
                </a:solidFill>
                <a:latin typeface="Menlo"/>
                <a:ea typeface="Menlo"/>
                <a:cs typeface="Menlo"/>
              </a:rPr>
              <a:t>13:00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CB0E61E-7E6E-4269-AC5A-90EE7CA2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072384"/>
            <a:ext cx="51206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「いかにもAIが作ったサイト。作り直して」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87E11A3-1F41-4585-9007-98BD668A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072384"/>
            <a:ext cx="4572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▶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17C3149-2FE1-4FCF-9702-03CC2BA0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72384"/>
            <a:ext cx="374903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デザインを全部組み直した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457BAECB-FC8D-4AA4-B6DC-3BF4C089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5888"/>
            <a:ext cx="381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DF436A9-58B1-4219-8D5B-4E93AA37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621024"/>
            <a:ext cx="8686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91377D"/>
                </a:solidFill>
                <a:latin typeface="Menlo"/>
                <a:ea typeface="Menlo"/>
                <a:cs typeface="Menlo"/>
              </a:rPr>
              <a:t>13:32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098AE2F-485C-4EA9-B6ED-23196A54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621024"/>
            <a:ext cx="51206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「ゲームが単調。もっと本格的に」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462BDC2-AB91-4093-8791-B3F65B13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621024"/>
            <a:ext cx="4572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▶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E82DE62C-2C67-482D-8C53-CCC80794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21024"/>
            <a:ext cx="374903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3ステージのアクションゲームになった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0C9F60EB-7804-47F4-9176-13206F2E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4528"/>
            <a:ext cx="381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A7CA2F4D-7326-441F-8FF3-94326749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169664"/>
            <a:ext cx="8686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91377D"/>
                </a:solidFill>
                <a:latin typeface="Menlo"/>
                <a:ea typeface="Menlo"/>
                <a:cs typeface="Menlo"/>
              </a:rPr>
              <a:t>13:45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26ECF55C-5B19-432E-B2B9-E3265A9B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169664"/>
            <a:ext cx="51206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「ゲームが動かない。直して」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E592E9CE-4FBE-424A-9E5B-5E3FF892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169664"/>
            <a:ext cx="4572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▶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DD86B4FE-9DB3-4D01-A761-E2707130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69664"/>
            <a:ext cx="374903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バグを見つけて直した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B8E99108-4524-4259-826D-798E8AE8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3168"/>
            <a:ext cx="381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33CD8089-6026-45F8-8672-77CA0299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718304"/>
            <a:ext cx="8686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91377D"/>
                </a:solidFill>
                <a:latin typeface="Menlo"/>
                <a:ea typeface="Menlo"/>
                <a:cs typeface="Menlo"/>
              </a:rPr>
              <a:t>14:13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F42E38EE-83AC-4864-9176-CD8BF400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718304"/>
            <a:ext cx="51206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「スライドを作って」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5DD0CCBB-561A-4078-A9DC-FCB91371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718304"/>
            <a:ext cx="4572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▶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6AC8722F-0AD6-4964-92A1-0B98D213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718304"/>
            <a:ext cx="374903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この17枚ができた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9B2015D5-7A3A-47F9-B87A-0C214792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21808"/>
            <a:ext cx="381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F08D0DA5-A9EA-4EF5-A5C9-646203C9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266944"/>
            <a:ext cx="8686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91377D"/>
                </a:solidFill>
                <a:latin typeface="Menlo"/>
                <a:ea typeface="Menlo"/>
                <a:cs typeface="Menlo"/>
              </a:rPr>
              <a:t>いま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795F3ED3-582F-4454-AAAA-B31F4DC4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5266944"/>
            <a:ext cx="51206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「4枚目の丸が変」「この説明は分からない」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A7AAD17B-8C31-4AAA-B69D-48C2C4A7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266944"/>
            <a:ext cx="4572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▶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96FEB085-59B4-496F-8FA4-CA59B1EA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266944"/>
            <a:ext cx="374903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その指摘で、今このページを直した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D3BD242C-CB1E-493E-8F11-AF996768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8152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うまくいかない、と言い続けたのは人間です。AIは言われるまで気づきませんでした</a:t>
            </a:r>
          </a:p>
        </p:txBody>
      </p:sp>
    </p:spTree>
    <p:extLst>
      <p:ext uri="{BB962C8B-B14F-4D97-AF65-F5344CB8AC3E}">
        <p14:creationId xmlns:p14="http://schemas.microsoft.com/office/powerpoint/2010/main" val="200225966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885FC35-F494-4A60-A876-A586A10B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D227AB0-301C-43FF-BA00-597A30E2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731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Your Future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28AFC5D-404E-4C39-AEDA-40B3B64C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7899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3年後、みなさんは大学生。7年後、働いています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01A1E72-8FA4-4ED4-B193-BAC83F5C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10058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21C8AD4-0EE5-4D59-AC21-CCA5EE9E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81344"/>
            <a:ext cx="1389888" cy="5185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6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d9d77c93545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6272784"/>
            <a:ext cx="1207008" cy="335638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BCE3FC6-BA68-4E1F-9EBE-F7A89C06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355080"/>
            <a:ext cx="731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12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124A145-0BE2-406B-B4B5-80573CA3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566160"/>
            <a:ext cx="9601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78299F0B-4253-4248-9C53-B26D729A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3401568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2961FC7-FA70-4115-B25E-895CD7D2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97480"/>
            <a:ext cx="23774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400" b="1" spc="10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2026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3D75384-6BDA-46EB-BDC1-853B6FED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886200"/>
            <a:ext cx="23774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今日</a:t>
            </a:r>
          </a:p>
          <a:p xmlns:a="http://schemas.openxmlformats.org/drawingml/2006/main">
            <a:pPr>
              <a:spcBef>
                <a:spcPts val="600"/>
              </a:spcBef>
              <a:buNone/>
            </a:pPr>
            <a:r>
              <a:rPr sz="22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高校1年生</a:t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FB5443CF-7E2F-4DE2-96F0-B02DF496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401568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E8DA12A-A309-426E-BE4C-A8DE6287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697480"/>
            <a:ext cx="23774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400" b="1" spc="10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2029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A30BA2C-DEBB-4C1B-AA9D-44FD52B9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886200"/>
            <a:ext cx="23774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3年後</a:t>
            </a:r>
          </a:p>
          <a:p xmlns:a="http://schemas.openxmlformats.org/drawingml/2006/main">
            <a:pPr>
              <a:spcBef>
                <a:spcPts val="600"/>
              </a:spcBef>
              <a:buNone/>
            </a:pPr>
            <a:r>
              <a:rPr sz="22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大学に入る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4F398951-B9BE-4644-80A8-C82395FC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3401568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76180A2-E207-4AB2-A184-9EDBBFB5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697480"/>
            <a:ext cx="23774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400" b="1" spc="10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2033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66DB486-C026-410B-AE6E-5AE1221A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886200"/>
            <a:ext cx="23774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7年後</a:t>
            </a:r>
          </a:p>
          <a:p xmlns:a="http://schemas.openxmlformats.org/drawingml/2006/main">
            <a:pPr>
              <a:spcBef>
                <a:spcPts val="600"/>
              </a:spcBef>
              <a:buNone/>
            </a:pPr>
            <a:r>
              <a:rPr sz="17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就職、または大学院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72E4D77-05DC-4258-9A30-CBB3FF9A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9240"/>
            <a:ext cx="10789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そのころAIが何をできるようになっているか、私にも分かりません</a:t>
            </a:r>
          </a:p>
        </p:txBody>
      </p:sp>
    </p:spTree>
    <p:extLst>
      <p:ext uri="{BB962C8B-B14F-4D97-AF65-F5344CB8AC3E}">
        <p14:creationId xmlns:p14="http://schemas.microsoft.com/office/powerpoint/2010/main" val="12812440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744C974-CB4C-41C4-87AD-46D3B4A4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811CB6C-362E-4585-9EFD-66CB4231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731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How Fast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2F998B8-0780-4B6E-9627-E6CB823E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7899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半年かかったゲームが、いまは数十分です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F1FBB91-CE59-4BA2-85A8-59145E4D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10058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63AB227-9E39-4F87-90D7-30E98483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81344"/>
            <a:ext cx="1389888" cy="5185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d9d2978fa247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6272784"/>
            <a:ext cx="1207008" cy="335638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1EEE93B-8463-4845-90BC-07DAC797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355080"/>
            <a:ext cx="731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13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C1C33C4-4228-4B98-B780-34DA8FC3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1760"/>
            <a:ext cx="3502152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B958BF9-F401-4C6C-8379-CB581426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07792"/>
            <a:ext cx="286207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以前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7453B8A-6D58-47C4-851C-5E662265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364992"/>
            <a:ext cx="28620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22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ゲーム制作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A5CCD05-3261-4AB2-B500-7DDD8A7F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24528"/>
            <a:ext cx="28620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</a:pPr>
            <a:r>
              <a:rPr sz="13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Unityの使い方を覚えるところから始めて、半年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ABF31A7-2725-45C7-95DD-EA83B4C3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651760"/>
            <a:ext cx="3502152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CDF0E94-7A05-46E2-BE6D-526BD028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07792"/>
            <a:ext cx="286207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2022年11月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77D7645-7F11-4C57-BDC1-ECC35E5C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64992"/>
            <a:ext cx="28620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22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ChatGPTが公開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EE7639C-EBD7-45CC-8BF8-0CF1BF77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24528"/>
            <a:ext cx="28620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</a:pPr>
            <a:r>
              <a:rPr sz="13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そのころは、文章を書くのが中心だった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340877E-F5B0-4CC5-A4F2-76414D37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651760"/>
            <a:ext cx="3502152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204C245-0008-43C5-B61C-4B4C5895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907792"/>
            <a:ext cx="286207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2026年10月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E690501-5B48-472E-BD39-A1BD3DCA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364992"/>
            <a:ext cx="28620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220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今日、この30分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C2D286F-57A4-41AF-8739-238BC81B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4224528"/>
            <a:ext cx="28620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</a:pPr>
            <a:r>
              <a:rPr sz="13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話を聞いて、サイトを作って、公開できる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4C03818-9642-43C8-97CF-F7C73E54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0680"/>
            <a:ext cx="107899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同じくらいのものなら、いまはAIと話しながら数十分でできてしまいます</a:t>
            </a:r>
          </a:p>
          <a:p xmlns:a="http://schemas.openxmlformats.org/drawingml/2006/main">
            <a:pPr>
              <a:spcBef>
                <a:spcPts val="600"/>
              </a:spcBef>
              <a:buNone/>
            </a:pPr>
            <a:r>
              <a:rPr sz="18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次の3年で何が起きるかは、誰にも分かりません。だから、いまのAIを自分で触ってみることです</a:t>
            </a:r>
          </a:p>
        </p:txBody>
      </p:sp>
    </p:spTree>
    <p:extLst>
      <p:ext uri="{BB962C8B-B14F-4D97-AF65-F5344CB8AC3E}">
        <p14:creationId xmlns:p14="http://schemas.microsoft.com/office/powerpoint/2010/main" val="152443349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F4A8A09-6293-4B6E-BCA5-3E277682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2563DDD-593E-4442-8BBF-235DFB31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731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AI and You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FCC0052-AE55-4523-A11C-563E36F4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7899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今日、AIがやったこと。人間がやったこと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CEC3CAF-0974-4515-9A70-CB8713FD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10058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900E497-F782-468A-8ECD-5B7AAD28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81344"/>
            <a:ext cx="1389888" cy="5185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54d75b78fe4d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6272784"/>
            <a:ext cx="1207008" cy="335638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49F8EB2-D1D5-41AE-A6AA-C772AF5B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355080"/>
            <a:ext cx="731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14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537095A-3980-423B-B6CA-D7302477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6040"/>
            <a:ext cx="5166360" cy="3154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7F3CFA6-4270-49F9-9A38-79DE15AD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880360"/>
            <a:ext cx="44805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 spc="20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AI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B9CE2F0-F894-41CB-8375-151D6560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566160"/>
            <a:ext cx="448056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8000"/>
              </a:lnSpc>
              <a:buNone/>
            </a:pPr>
            <a:r>
              <a:rPr sz="16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・文章を書いた</a:t>
            </a:r>
          </a:p>
          <a:p xmlns:a="http://schemas.openxmlformats.org/drawingml/2006/main">
            <a:pPr>
              <a:lnSpc>
                <a:spcPct val="178000"/>
              </a:lnSpc>
              <a:buNone/>
            </a:pPr>
            <a:r>
              <a:rPr sz="16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・色を決めた</a:t>
            </a:r>
          </a:p>
          <a:p xmlns:a="http://schemas.openxmlformats.org/drawingml/2006/main">
            <a:pPr>
              <a:lnSpc>
                <a:spcPct val="178000"/>
              </a:lnSpc>
              <a:buNone/>
            </a:pPr>
            <a:r>
              <a:rPr sz="16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・コードを書いた</a:t>
            </a:r>
          </a:p>
          <a:p xmlns:a="http://schemas.openxmlformats.org/drawingml/2006/main">
            <a:pPr>
              <a:lnSpc>
                <a:spcPct val="178000"/>
              </a:lnSpc>
              <a:buNone/>
            </a:pPr>
            <a:r>
              <a:rPr sz="16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・ゲームのステージを作った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799F99B-AA06-4E60-81C1-7097AB25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606040"/>
            <a:ext cx="5166360" cy="3154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E17D0B9-C683-43C0-A240-092B214C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880360"/>
            <a:ext cx="44805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 spc="200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人間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90A6A9C-7175-4E02-A9AD-DBF40B8C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566160"/>
            <a:ext cx="448056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8000"/>
              </a:lnSpc>
              <a:buNone/>
            </a:pPr>
            <a:r>
              <a:rPr sz="16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・何を作るか決めた</a:t>
            </a:r>
          </a:p>
          <a:p xmlns:a="http://schemas.openxmlformats.org/drawingml/2006/main">
            <a:pPr>
              <a:lnSpc>
                <a:spcPct val="178000"/>
              </a:lnSpc>
              <a:buNone/>
            </a:pPr>
            <a:r>
              <a:rPr sz="16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・みなさんに聞いた</a:t>
            </a:r>
          </a:p>
          <a:p xmlns:a="http://schemas.openxmlformats.org/drawingml/2006/main">
            <a:pPr>
              <a:lnSpc>
                <a:spcPct val="178000"/>
              </a:lnSpc>
              <a:buNone/>
            </a:pPr>
            <a:r>
              <a:rPr sz="16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・本当かどうか確かめた</a:t>
            </a:r>
          </a:p>
          <a:p xmlns:a="http://schemas.openxmlformats.org/drawingml/2006/main">
            <a:pPr>
              <a:lnSpc>
                <a:spcPct val="178000"/>
              </a:lnSpc>
              <a:buNone/>
            </a:pPr>
            <a:r>
              <a:rPr sz="16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・ちがうと言って直させた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CF554A4-7C6A-487C-9C0F-5C4A176A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7296"/>
            <a:ext cx="10789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AIは明和県央のことを何も知りませんでした。知っているのは、みなさんだけです</a:t>
            </a:r>
          </a:p>
        </p:txBody>
      </p:sp>
    </p:spTree>
    <p:extLst>
      <p:ext uri="{BB962C8B-B14F-4D97-AF65-F5344CB8AC3E}">
        <p14:creationId xmlns:p14="http://schemas.microsoft.com/office/powerpoint/2010/main" val="164014015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6E9D88D-6ED3-42F5-BC99-F0F5876F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AD901B6-83AB-4679-83C5-9180B62D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731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Check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5CCC0D3-6AAF-4A70-97D6-B30780FA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7899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AIも間違えます。確かめるのは人間です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DC45C42-8EDB-4E79-A89A-0FDBA076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10058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2B5AE73-06C9-486D-9D33-F4C17D2F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4831"/>
            <a:ext cx="10789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AIが作ったジャンプ台。押した長さでジャンプを低くする処理が、ジャンプ台の勢いまで消していました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8B879B2-8849-4B4B-B39E-901458EB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81344"/>
            <a:ext cx="1389888" cy="5185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0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dceb40cbf84a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6272784"/>
            <a:ext cx="1207008" cy="335638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FFE4BE-A795-4C22-9AAB-4977D9EA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355080"/>
            <a:ext cx="731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15</a:t>
            </a:r>
          </a:p>
        </p:txBody>
      </p:sp>
      <p:pic>
        <p:nvPicPr>
          <p:cNvPr id="2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54fd59f014b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72786" y="2651760"/>
            <a:ext cx="9615948" cy="3108960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B4A7012-16C5-4443-A84C-16057A7B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7296"/>
            <a:ext cx="10789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私が動かして気づき、AIに修正を頼みました。確かめて直す。その中身を学ぶのが情報系の学科です</a:t>
            </a:r>
          </a:p>
        </p:txBody>
      </p:sp>
    </p:spTree>
    <p:extLst>
      <p:ext uri="{BB962C8B-B14F-4D97-AF65-F5344CB8AC3E}">
        <p14:creationId xmlns:p14="http://schemas.microsoft.com/office/powerpoint/2010/main" val="158054624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6B14627-375E-4486-AB6E-DAFA1C1A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91377D"/>
              </a:gs>
              <a:gs pos="100000">
                <a:srgbClr val="593FBF"/>
              </a:gs>
            </a:gsLst>
            <a:lin ang="204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721C461-045F-4B40-8862-03B443E2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960120"/>
            <a:ext cx="10241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spc="320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Summary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8B749D8-6064-45F9-BDC5-D58C08EC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63040"/>
            <a:ext cx="102412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80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今日、持って帰ってほしいこと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A356EB1-8723-4781-B451-539E4CC3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06040"/>
            <a:ext cx="914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 spc="200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01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B99CF1F-E5FF-4F22-A185-16806218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2560320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いまのAIを、自分で触ってみる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F5A8FCD-BC76-4C5D-A626-3644CBDB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3081528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どこまでできて、どこができないかは、触らないと分からない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1349723-07F5-442D-90E1-BC792291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776472"/>
            <a:ext cx="914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 spc="200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02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067132B-75F1-4E54-909A-3D4456FC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3730752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何を作るか決めるのは、人間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B8C91FF-BDD0-4610-871C-65DE4360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425196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AIは明和県央を知らない。決めて、聞いて、確かめるのはみなさん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09F2094-0C20-4114-9551-EDEFE16B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946904"/>
            <a:ext cx="914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 spc="200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6862385-06FC-42CB-8857-D4270EBC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4901184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AIと対話できる人になる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EA79D5A-5B01-4DBF-8890-9B43DAF9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5422392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うまく頼み、確かめ、直させる。その中身を学ぶのが応用情報工学科です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4205FE6-A5BC-432A-B423-4480B276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81344"/>
            <a:ext cx="1389888" cy="5185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1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83569a8aca48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6272784"/>
            <a:ext cx="1207008" cy="335638"/>
          </a:xfrm>
          <a:prstGeom xmlns:a="http://schemas.openxmlformats.org/drawingml/2006/main" prst="rect">
            <a:avLst/>
          </a:prstGeom>
        </p:spPr>
      </p:pic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08A63B1-D8DD-4D45-897E-D4219A3F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355080"/>
            <a:ext cx="731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6766666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4603AD0-910B-4212-A51E-D84F3878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7E7AE62-36EC-4E9A-8510-46E73768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731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Your Site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6C416FF-E732-45D9-BF90-069F6A02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7899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今日つくったサイトは、ここにあります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A31CD77-529C-4F60-8206-81707FBB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10058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AAF7944-D744-497E-AADA-EB730658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4831"/>
            <a:ext cx="10789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B班（13:00）のみなさんへ　放課後でも、家でも開けます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A37661D-8063-4B2F-927E-9057ECDE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81344"/>
            <a:ext cx="1389888" cy="5185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0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df72a17a9d4c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6272784"/>
            <a:ext cx="1207008" cy="335638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6845EA7-4414-41FE-A7ED-62329327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355080"/>
            <a:ext cx="731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17</a:t>
            </a:r>
          </a:p>
        </p:txBody>
      </p:sp>
      <p:pic>
        <p:nvPicPr>
          <p:cNvPr id="2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ff794f54dd4c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4440" y="2606040"/>
            <a:ext cx="3017520" cy="3017520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AEB4DE7-555C-4745-968F-4F2C424C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46120"/>
            <a:ext cx="676656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</a:pPr>
            <a:r>
              <a:rPr sz="1600" b="1">
                <a:solidFill>
                  <a:srgbClr val="91377D"/>
                </a:solidFill>
                <a:latin typeface="Menlo"/>
                <a:ea typeface="Menlo"/>
                <a:cs typeface="Menlo"/>
              </a:rPr>
              <a:t>https://yutakajssst.github.io/narashino-visit-1/</a:t>
            </a:r>
          </a:p>
          <a:p xmlns:a="http://schemas.openxmlformats.org/drawingml/2006/main">
            <a:pPr>
              <a:spcBef>
                <a:spcPts val="1600"/>
              </a:spcBef>
              <a:buNone/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スマホのカメラでQRコードを読んでください</a:t>
            </a:r>
          </a:p>
          <a:p xmlns:a="http://schemas.openxmlformats.org/drawingml/2006/main">
            <a:pPr>
              <a:spcBef>
                <a:spcPts val="400"/>
              </a:spcBef>
              <a:buNone/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みなさんの言葉が入ったページと、ミニゲームがあります</a:t>
            </a:r>
          </a:p>
        </p:txBody>
      </p:sp>
    </p:spTree>
    <p:extLst>
      <p:ext uri="{BB962C8B-B14F-4D97-AF65-F5344CB8AC3E}">
        <p14:creationId xmlns:p14="http://schemas.microsoft.com/office/powerpoint/2010/main" val="184042353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2026-10-05T23:58:23.7560000Z</dcterms:created>
  <dcterms:modified xsi:type="dcterms:W3CDTF">2026-10-05T23:58:23.7560000Z</dcterms:modified>
</coreProperties>
</file>